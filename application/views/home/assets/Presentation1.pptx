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4660"/>
  </p:normalViewPr>
  <p:slideViewPr>
    <p:cSldViewPr snapToGrid="0">
      <p:cViewPr>
        <p:scale>
          <a:sx n="100" d="100"/>
          <a:sy n="100" d="100"/>
        </p:scale>
        <p:origin x="24" y="-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B5364-AFF2-44B1-B03F-D8A55AF5C5E2}" type="datetimeFigureOut">
              <a:rPr lang="en-IN" smtClean="0"/>
              <a:t>21-04-2019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0F7A9-4480-4632-8467-533A68F78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621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0F9B8-7CEE-4501-A44B-4D907ADF6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B3208-FCB6-42C3-8DCE-62D94C43A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E3FDE-98AC-408A-B844-047200734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D9EB3-D479-42E3-B276-82B5EDFAE73B}" type="datetimeFigureOut">
              <a:rPr lang="en-IN" smtClean="0"/>
              <a:t>21-04-2019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A3BB5-AC67-474D-8DD6-AFD9AC5C0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40D3C-4C52-42F7-BAAF-C3B52876B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AC0-491C-4745-8293-F662030F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186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2E047-7B09-4E33-AAA4-D1BAD6957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EE3CF-E024-4025-9AFD-5F25D111B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EA444-F171-4AEB-8ECC-917810C87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D9EB3-D479-42E3-B276-82B5EDFAE73B}" type="datetimeFigureOut">
              <a:rPr lang="en-IN" smtClean="0"/>
              <a:t>21-04-2019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C2CDF-0735-4C1C-9B3E-A31EE8813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EB71B-E55D-44F8-994D-387ABF47B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AC0-491C-4745-8293-F662030F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602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53024-D9C0-44CA-BFB7-D523CDDD5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35EFD-A3AC-4443-A507-BD29E9390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18056-EB7D-4AC0-B719-791B348EB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D9EB3-D479-42E3-B276-82B5EDFAE73B}" type="datetimeFigureOut">
              <a:rPr lang="en-IN" smtClean="0"/>
              <a:t>21-04-2019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56D76-AB3D-4225-BF87-11B8250EE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B8266-C72A-4F8E-A26F-D7435720C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AC0-491C-4745-8293-F662030F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181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4318D-4902-42D7-A249-82824B46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746C3-3E6B-47E4-87B7-44EEB4C27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0B508-157C-49FB-B9A4-C3F5E39A1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A0ECD-A147-4982-8E79-7010C1660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D9EB3-D479-42E3-B276-82B5EDFAE73B}" type="datetimeFigureOut">
              <a:rPr lang="en-IN" smtClean="0"/>
              <a:t>21-04-2019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91A40-A909-4F6F-98F4-6597B013E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22873-6557-4CB4-85BB-1C3328A32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AC0-491C-4745-8293-F662030F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793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A4BC0-654B-4719-B5FC-CBF3EDEE7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97278-55DD-47FC-9D87-6FBE6701B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76A62-B0EF-46B3-9D7B-E74AC16E7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077702-A350-43F1-A920-0350E120C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DA2361-DB99-499E-8B54-E911BB712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25D28A-2197-4E3D-ABF4-44AA5EE96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D9EB3-D479-42E3-B276-82B5EDFAE73B}" type="datetimeFigureOut">
              <a:rPr lang="en-IN" smtClean="0"/>
              <a:t>21-04-2019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3FCFD0-57C1-4509-A8EE-946931347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553E40-C64D-47A7-98E0-92182875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AC0-491C-4745-8293-F662030F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60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F952-0FD8-446B-B628-02843942D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61652A-0BED-46A0-81DB-575BCAF8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D9EB3-D479-42E3-B276-82B5EDFAE73B}" type="datetimeFigureOut">
              <a:rPr lang="en-IN" smtClean="0"/>
              <a:t>21-04-2019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F39F5-C7CD-40D3-8F8C-19BC8E7E3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D4F32-100C-4236-8A3E-779621054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AC0-491C-4745-8293-F662030F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025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F234AC-6D04-4059-897C-92D6D0E65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D9EB3-D479-42E3-B276-82B5EDFAE73B}" type="datetimeFigureOut">
              <a:rPr lang="en-IN" smtClean="0"/>
              <a:t>21-04-2019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F064C-73BC-4F00-962B-6455D04AF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F7358-C110-4725-AAD7-8E19C374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AC0-491C-4745-8293-F662030F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81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199BF-28D9-4D31-8384-7E8E1578A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4EB3F-36D3-49D9-9417-A774CA00B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33DD9-5399-485B-A9FA-5D8F63385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CA9AD-31C3-4D1C-9A6A-89D4BBEFA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D9EB3-D479-42E3-B276-82B5EDFAE73B}" type="datetimeFigureOut">
              <a:rPr lang="en-IN" smtClean="0"/>
              <a:t>21-04-2019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50849-D159-44C8-AEAC-E19CD732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80168-7FAA-4E3A-890E-585EA41D1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AC0-491C-4745-8293-F662030F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849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2DD3-B9C9-4E7B-832D-5A7FE770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6F7541-0119-4E84-B90A-AF64A9C36E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EEDD8-D0E0-47FB-8695-3D662D854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314F8-5E39-413E-9971-1998D2083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D9EB3-D479-42E3-B276-82B5EDFAE73B}" type="datetimeFigureOut">
              <a:rPr lang="en-IN" smtClean="0"/>
              <a:t>21-04-2019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7FBA3-1339-4C1A-A39B-9E44140B6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9C6BC-46B7-4FE1-83DC-BC70777A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AC0-491C-4745-8293-F662030F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81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A7AD4-7CDB-464B-92B6-6F6CD2CA0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02E79-7186-4E64-9AC0-BE543BC8D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11266-C2F0-45E2-BBD1-484910FBA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D9EB3-D479-42E3-B276-82B5EDFAE73B}" type="datetimeFigureOut">
              <a:rPr lang="en-IN" smtClean="0"/>
              <a:t>21-04-2019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8ECC1-0C20-4D28-A77D-E4AF90B20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3D297-DB41-41AA-90F0-88721805C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AC0-491C-4745-8293-F662030F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12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8A804A-A8D8-46AC-9FDE-9507D0DC4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66F9B-9D3E-4D97-BBD0-53E7A07C1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7FC2C-1C2D-4811-8DF7-CED4CF28E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D9EB3-D479-42E3-B276-82B5EDFAE73B}" type="datetimeFigureOut">
              <a:rPr lang="en-IN" smtClean="0"/>
              <a:t>21-04-2019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FAE79-824E-42BF-BAB7-12EA6C389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6FDD6-75EE-4CD4-948D-5B38C0F37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3DAC0-491C-4745-8293-F662030F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67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F97A2A-3FDC-4B72-B33C-02652D6CA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C4EB5-B0E9-4F58-8D2A-2C0EFCA0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8CDDD-617A-4823-84D3-A1DC5349BC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D9EB3-D479-42E3-B276-82B5EDFAE73B}" type="datetimeFigureOut">
              <a:rPr lang="en-IN" smtClean="0"/>
              <a:t>21-04-2019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9C444-ECE9-4BEF-A5A2-E44BA7BEB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26E05-9B5C-465C-81BF-1EBB25944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DAC0-491C-4745-8293-F662030F3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52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D75692-1C7E-4873-8AE2-9A214C4CBB1A}"/>
              </a:ext>
            </a:extLst>
          </p:cNvPr>
          <p:cNvSpPr/>
          <p:nvPr/>
        </p:nvSpPr>
        <p:spPr>
          <a:xfrm>
            <a:off x="567160" y="1365813"/>
            <a:ext cx="11404922" cy="3923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75F581-47F1-474C-B066-E439CF39BB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5" t="39039" r="10743" b="39547"/>
          <a:stretch/>
        </p:blipFill>
        <p:spPr>
          <a:xfrm>
            <a:off x="1956120" y="2858945"/>
            <a:ext cx="8102280" cy="1736203"/>
          </a:xfrm>
          <a:prstGeom prst="roundRect">
            <a:avLst>
              <a:gd name="adj" fmla="val 50000"/>
            </a:avLst>
          </a:prstGeom>
        </p:spPr>
      </p:pic>
    </p:spTree>
    <p:extLst>
      <p:ext uri="{BB962C8B-B14F-4D97-AF65-F5344CB8AC3E}">
        <p14:creationId xmlns:p14="http://schemas.microsoft.com/office/powerpoint/2010/main" val="3265644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Samir Kushwaha</dc:creator>
  <cp:lastModifiedBy>Samir Kushwaha</cp:lastModifiedBy>
  <cp:revision>2</cp:revision>
  <dcterms:created xsi:type="dcterms:W3CDTF">2019-04-20T19:19:17Z</dcterms:created>
  <dcterms:modified xsi:type="dcterms:W3CDTF">2019-04-20T19:40:35Z</dcterms:modified>
</cp:coreProperties>
</file>